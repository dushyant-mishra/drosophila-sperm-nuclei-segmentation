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/>
            </a:pPr>
            <a:r>
              <a:t>Quality control: WT versus KJ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Exploratory count and tracking endpoints</a:t>
            </a:r>
          </a:p>
        </p:txBody>
      </p:sp>
      <p:pic>
        <p:nvPicPr>
          <p:cNvPr id="3" name="Picture 2" descr="01_qc_endpoin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Morphology-warning and tracking proportions</a:t>
            </a:r>
          </a:p>
        </p:txBody>
      </p:sp>
      <p:pic>
        <p:nvPicPr>
          <p:cNvPr id="3" name="Picture 2" descr="02_morphology_warning_propor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Count and stack-depth diagnostics</a:t>
            </a:r>
          </a:p>
        </p:txBody>
      </p:sp>
      <p:pic>
        <p:nvPicPr>
          <p:cNvPr id="3" name="Picture 2" descr="03_count_depth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Exploratory QC statistical summary</a:t>
            </a:r>
          </a:p>
        </p:txBody>
      </p:sp>
      <p:pic>
        <p:nvPicPr>
          <p:cNvPr id="3" name="Picture 2" descr="04_qc_statistic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77240"/>
            <a:ext cx="1115568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How to use these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/>
            </a:pPr>
            <a:r>
              <a:t>These are technical and exploratory diagnostics, not the primary biological result.</a:t>
            </a:r>
          </a:p>
          <a:p>
            <a:pPr>
              <a:spcAft>
                <a:spcPts val="1100"/>
              </a:spcAft>
              <a:defRPr sz="1700"/>
            </a:pPr>
            <a:r>
              <a:t>Count endpoints require acquisition-depth review.</a:t>
            </a:r>
          </a:p>
          <a:p>
            <a:pPr>
              <a:spcAft>
                <a:spcPts val="1100"/>
              </a:spcAft>
              <a:defRPr sz="1700"/>
            </a:pPr>
            <a:r>
              <a:t>Morphology warnings annotate unusual technical-valid nuclei; they do not reject them.</a:t>
            </a:r>
          </a:p>
          <a:p>
            <a:pPr>
              <a:spcAft>
                <a:spcPts val="1100"/>
              </a:spcAft>
              <a:defRPr sz="1700"/>
            </a:pPr>
            <a:r>
              <a:t>Tracking Z span is acquisition- and linking-sensitive.</a:t>
            </a:r>
          </a:p>
          <a:p>
            <a:pPr>
              <a:spcAft>
                <a:spcPts val="1100"/>
              </a:spcAft>
              <a:defRPr sz="1700"/>
            </a:pPr>
            <a:r>
              <a:t>The primary biological report is in ../01_biological_results.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